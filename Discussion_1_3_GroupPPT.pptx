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Slides</Application>
  <PresentationFormat>On-screen Show (4:3)</PresentationFormat>
  <Paragraphs>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</cp:lastModifiedBy>
  <cp:revision>2</cp:revision>
  <dcterms:created xsi:type="dcterms:W3CDTF">2026-03-13T16:58:09Z</dcterms:created>
  <dcterms:modified xsi:type="dcterms:W3CDTF">2026-03-13T16:58:09Z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08E741DCB6D933242142B469B63AB573_42</vt:lpwstr>
  </property>
  <property fmtid="{D5CDD505-2E9C-101B-9397-08002B2CF9AE}" pid="3" name="KSOProductBuildVer">
    <vt:lpwstr>1033-7.3.1.8967</vt:lpwstr>
  </property>
</Properties>
</file>